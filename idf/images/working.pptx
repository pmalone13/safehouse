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7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8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2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2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5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3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1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06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98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DBD3B-9086-4BE7-A923-CBABB5F55031}" type="datetimeFigureOut">
              <a:rPr lang="en-US" smtClean="0"/>
              <a:t>3/16/2017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E6B56-828F-40DA-B607-1DF6C7101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3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75" y="1307056"/>
            <a:ext cx="8795657" cy="4663849"/>
          </a:xfrm>
          <a:prstGeom prst="rect">
            <a:avLst/>
          </a:prstGeom>
        </p:spPr>
      </p:pic>
      <p:sp>
        <p:nvSpPr>
          <p:cNvPr id="6" name="Speech Bubble: Rectangle with Corners Rounded 5"/>
          <p:cNvSpPr/>
          <p:nvPr/>
        </p:nvSpPr>
        <p:spPr>
          <a:xfrm>
            <a:off x="5337111" y="709897"/>
            <a:ext cx="5523721" cy="597159"/>
          </a:xfrm>
          <a:prstGeom prst="wedgeRoundRectCallout">
            <a:avLst>
              <a:gd name="adj1" fmla="val -30897"/>
              <a:gd name="adj2" fmla="val 106250"/>
              <a:gd name="adj3" fmla="val 16667"/>
            </a:avLst>
          </a:prstGeom>
          <a:solidFill>
            <a:schemeClr val="bg1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Form Settings, moveable dialog window with all settings</a:t>
            </a:r>
          </a:p>
        </p:txBody>
      </p:sp>
      <p:sp>
        <p:nvSpPr>
          <p:cNvPr id="7" name="Speech Bubble: Rectangle with Corners Rounded 6"/>
          <p:cNvSpPr/>
          <p:nvPr/>
        </p:nvSpPr>
        <p:spPr>
          <a:xfrm>
            <a:off x="2988905" y="368944"/>
            <a:ext cx="2049625" cy="597159"/>
          </a:xfrm>
          <a:prstGeom prst="wedgeRoundRectCallout">
            <a:avLst>
              <a:gd name="adj1" fmla="val -71944"/>
              <a:gd name="adj2" fmla="val 145312"/>
              <a:gd name="adj3" fmla="val 16667"/>
            </a:avLst>
          </a:prstGeom>
          <a:solidFill>
            <a:schemeClr val="bg1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Previewed Form</a:t>
            </a:r>
          </a:p>
        </p:txBody>
      </p:sp>
      <p:sp>
        <p:nvSpPr>
          <p:cNvPr id="8" name="Speech Bubble: Rectangle with Corners Rounded 7"/>
          <p:cNvSpPr/>
          <p:nvPr/>
        </p:nvSpPr>
        <p:spPr>
          <a:xfrm>
            <a:off x="1172546" y="4169614"/>
            <a:ext cx="1679510" cy="597159"/>
          </a:xfrm>
          <a:prstGeom prst="wedgeRoundRectCallout">
            <a:avLst>
              <a:gd name="adj1" fmla="val 1945"/>
              <a:gd name="adj2" fmla="val -173438"/>
              <a:gd name="adj3" fmla="val 16667"/>
            </a:avLst>
          </a:prstGeom>
          <a:solidFill>
            <a:schemeClr val="bg1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Debug Log</a:t>
            </a:r>
          </a:p>
        </p:txBody>
      </p:sp>
    </p:spTree>
    <p:extLst>
      <p:ext uri="{BB962C8B-B14F-4D97-AF65-F5344CB8AC3E}">
        <p14:creationId xmlns:p14="http://schemas.microsoft.com/office/powerpoint/2010/main" val="356852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36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24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3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35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720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Malone</dc:creator>
  <cp:lastModifiedBy>Paul Malone</cp:lastModifiedBy>
  <cp:revision>1</cp:revision>
  <dcterms:created xsi:type="dcterms:W3CDTF">2017-03-17T00:11:50Z</dcterms:created>
  <dcterms:modified xsi:type="dcterms:W3CDTF">2017-03-17T00:13:07Z</dcterms:modified>
</cp:coreProperties>
</file>